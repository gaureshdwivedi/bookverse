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5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A96056-C374-45ED-9C6B-26C8CE452155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256F3-1A67-462A-8D3D-FC34D875A1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12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256F3-1A67-462A-8D3D-FC34D875A1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082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91333"/>
      </p:ext>
    </p:extLst>
  </p:cSld>
  <p:clrMapOvr>
    <a:masterClrMapping/>
  </p:clrMapOvr>
  <p:transition spd="slow">
    <p:comb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60185"/>
      </p:ext>
    </p:extLst>
  </p:cSld>
  <p:clrMapOvr>
    <a:masterClrMapping/>
  </p:clrMapOvr>
  <p:transition spd="slow">
    <p:comb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860615"/>
      </p:ext>
    </p:extLst>
  </p:cSld>
  <p:clrMapOvr>
    <a:masterClrMapping/>
  </p:clrMapOvr>
  <p:transition spd="slow">
    <p:comb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44085"/>
      </p:ext>
    </p:extLst>
  </p:cSld>
  <p:clrMapOvr>
    <a:masterClrMapping/>
  </p:clrMapOvr>
  <p:transition spd="slow">
    <p:comb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40456"/>
      </p:ext>
    </p:extLst>
  </p:cSld>
  <p:clrMapOvr>
    <a:masterClrMapping/>
  </p:clrMapOvr>
  <p:transition spd="slow">
    <p:comb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20599"/>
      </p:ext>
    </p:extLst>
  </p:cSld>
  <p:clrMapOvr>
    <a:masterClrMapping/>
  </p:clrMapOvr>
  <p:transition spd="slow">
    <p:comb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33065"/>
      </p:ext>
    </p:extLst>
  </p:cSld>
  <p:clrMapOvr>
    <a:masterClrMapping/>
  </p:clrMapOvr>
  <p:transition spd="slow">
    <p:comb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838633"/>
      </p:ext>
    </p:extLst>
  </p:cSld>
  <p:clrMapOvr>
    <a:masterClrMapping/>
  </p:clrMapOvr>
  <p:transition spd="slow">
    <p:comb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811012"/>
      </p:ext>
    </p:extLst>
  </p:cSld>
  <p:clrMapOvr>
    <a:masterClrMapping/>
  </p:clrMapOvr>
  <p:transition spd="slow">
    <p:comb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185118"/>
      </p:ext>
    </p:extLst>
  </p:cSld>
  <p:clrMapOvr>
    <a:masterClrMapping/>
  </p:clrMapOvr>
  <p:transition spd="slow">
    <p:comb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33126662"/>
      </p:ext>
    </p:extLst>
  </p:cSld>
  <p:clrMapOvr>
    <a:masterClrMapping/>
  </p:clrMapOvr>
  <p:transition spd="slow">
    <p:comb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562330"/>
      </p:ext>
    </p:extLst>
  </p:cSld>
  <p:clrMapOvr>
    <a:masterClrMapping/>
  </p:clrMapOvr>
  <p:transition spd="slow">
    <p:comb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7583093"/>
      </p:ext>
    </p:extLst>
  </p:cSld>
  <p:clrMapOvr>
    <a:masterClrMapping/>
  </p:clrMapOvr>
  <p:transition spd="slow">
    <p:comb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227000"/>
      </p:ext>
    </p:extLst>
  </p:cSld>
  <p:clrMapOvr>
    <a:masterClrMapping/>
  </p:clrMapOvr>
  <p:transition spd="slow">
    <p:comb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484062"/>
      </p:ext>
    </p:extLst>
  </p:cSld>
  <p:clrMapOvr>
    <a:masterClrMapping/>
  </p:clrMapOvr>
  <p:transition spd="slow">
    <p:comb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078137"/>
      </p:ext>
    </p:extLst>
  </p:cSld>
  <p:clrMapOvr>
    <a:masterClrMapping/>
  </p:clrMapOvr>
  <p:transition spd="slow">
    <p:comb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16C23-F9FF-47C4-8679-2EE0690E43AB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5CB9F53-AA43-496F-8E0C-073DF0DA72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645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ransition spd="slow">
    <p:comb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7B6B3-F2E0-FBD5-E22B-71D317B0C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3212" y="2589824"/>
            <a:ext cx="7945575" cy="3234108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Agency FB" panose="020B0503020202020204" pitchFamily="34" charset="0"/>
              </a:rPr>
              <a:t>PRESENTED BY:-   </a:t>
            </a:r>
            <a:br>
              <a:rPr lang="en-US" sz="3200" b="1" dirty="0">
                <a:latin typeface="Agency FB" panose="020B0503020202020204" pitchFamily="34" charset="0"/>
              </a:rPr>
            </a:br>
            <a:r>
              <a:rPr lang="en-US" sz="3200" b="1" dirty="0">
                <a:latin typeface="Agency FB" panose="020B0503020202020204" pitchFamily="34" charset="0"/>
              </a:rPr>
              <a:t>                Harsh Yadav                        2401640100512</a:t>
            </a:r>
            <a:br>
              <a:rPr lang="en-US" sz="3200" b="1" dirty="0">
                <a:latin typeface="Agency FB" panose="020B0503020202020204" pitchFamily="34" charset="0"/>
              </a:rPr>
            </a:br>
            <a:r>
              <a:rPr lang="en-US" sz="3200" b="1" dirty="0">
                <a:latin typeface="Agency FB" panose="020B0503020202020204" pitchFamily="34" charset="0"/>
              </a:rPr>
              <a:t>                Harsh Yadav                        2401640100513</a:t>
            </a:r>
            <a:br>
              <a:rPr lang="en-US" sz="3200" b="1" dirty="0">
                <a:latin typeface="Agency FB" panose="020B0503020202020204" pitchFamily="34" charset="0"/>
              </a:rPr>
            </a:br>
            <a:r>
              <a:rPr lang="en-US" sz="3200" b="1" dirty="0">
                <a:latin typeface="Agency FB" panose="020B0503020202020204" pitchFamily="34" charset="0"/>
              </a:rPr>
              <a:t>                Harsh Raj Porwal                2401640100504</a:t>
            </a:r>
            <a:br>
              <a:rPr lang="en-US" sz="3200" b="1" dirty="0">
                <a:latin typeface="Agency FB" panose="020B0503020202020204" pitchFamily="34" charset="0"/>
              </a:rPr>
            </a:br>
            <a:r>
              <a:rPr lang="en-US" sz="3200" b="1" dirty="0">
                <a:latin typeface="Agency FB" panose="020B0503020202020204" pitchFamily="34" charset="0"/>
              </a:rPr>
              <a:t>                Harsh Vijay Singh                2401640100511</a:t>
            </a:r>
            <a:br>
              <a:rPr lang="en-US" sz="3200" b="1" dirty="0">
                <a:latin typeface="Agency FB" panose="020B0503020202020204" pitchFamily="34" charset="0"/>
              </a:rPr>
            </a:br>
            <a:r>
              <a:rPr lang="en-US" sz="3200" b="1" dirty="0">
                <a:latin typeface="Agency FB" panose="020B0503020202020204" pitchFamily="34" charset="0"/>
              </a:rPr>
              <a:t>                Gauresh Dwivedi                 2401641690019</a:t>
            </a:r>
            <a:br>
              <a:rPr lang="en-US" sz="3200" b="1" dirty="0">
                <a:latin typeface="Agency FB" panose="020B0503020202020204" pitchFamily="34" charset="0"/>
              </a:rPr>
            </a:br>
            <a:r>
              <a:rPr lang="en-US" sz="3200" b="1" dirty="0">
                <a:latin typeface="Agency FB" panose="020B0503020202020204" pitchFamily="34" charset="0"/>
              </a:rPr>
              <a:t>                Harsh Kumar Yadav            2401640100501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24E4CC-36AD-A328-AF36-08C0578B4A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502" y="282089"/>
            <a:ext cx="11334877" cy="653980"/>
          </a:xfrm>
        </p:spPr>
        <p:txBody>
          <a:bodyPr>
            <a:normAutofit fontScale="92500" lnSpcReduction="10000"/>
          </a:bodyPr>
          <a:lstStyle/>
          <a:p>
            <a:r>
              <a:rPr lang="en-US" sz="4400" b="1" dirty="0">
                <a:latin typeface="Algerian" panose="04020705040A02060702" pitchFamily="82" charset="0"/>
              </a:rPr>
              <a:t>VIRTUAL LINRARY MANAGEMENT SYSTEM</a:t>
            </a:r>
          </a:p>
        </p:txBody>
      </p:sp>
      <p:pic>
        <p:nvPicPr>
          <p:cNvPr id="4" name="image1.png" descr="Logo PSIT">
            <a:extLst>
              <a:ext uri="{FF2B5EF4-FFF2-40B4-BE49-F238E27FC236}">
                <a16:creationId xmlns:a16="http://schemas.microsoft.com/office/drawing/2014/main" id="{A01A8273-91CA-4495-C31E-EFC1C3261653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848561" y="1098885"/>
            <a:ext cx="2212577" cy="1165306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856747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75CAB-1E44-3C38-E158-A776B856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313" y="390907"/>
            <a:ext cx="6833373" cy="1280890"/>
          </a:xfrm>
        </p:spPr>
        <p:txBody>
          <a:bodyPr>
            <a:normAutofit/>
          </a:bodyPr>
          <a:lstStyle/>
          <a:p>
            <a:r>
              <a:rPr lang="en-US" sz="6000" b="1" dirty="0"/>
              <a:t>INTRODUCTION</a:t>
            </a:r>
            <a:endParaRPr lang="en-US" sz="7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9EEE7-0673-9A7A-13F9-0550777220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Web-based system to manage library tasks</a:t>
            </a:r>
          </a:p>
          <a:p>
            <a:r>
              <a:rPr lang="en-US" sz="2800" dirty="0"/>
              <a:t>Search, issue, return books online</a:t>
            </a:r>
          </a:p>
          <a:p>
            <a:r>
              <a:rPr lang="en-US" sz="2800" dirty="0"/>
              <a:t>Saves time and reduces manual errors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06515222"/>
      </p:ext>
    </p:extLst>
  </p:cSld>
  <p:clrMapOvr>
    <a:masterClrMapping/>
  </p:clrMapOvr>
  <p:transition spd="slow">
    <p:comb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11C7C-C9F5-A47C-A140-A69206D39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07DF6-71E9-727A-22A1-8EAF12E60A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Manual systems are slow</a:t>
            </a:r>
          </a:p>
          <a:p>
            <a:r>
              <a:rPr lang="en-US" sz="2800" dirty="0"/>
              <a:t>Hard to track issued books</a:t>
            </a:r>
          </a:p>
          <a:p>
            <a:r>
              <a:rPr lang="en-US" sz="2800" dirty="0"/>
              <a:t>Long queues &amp; unavailable info</a:t>
            </a:r>
          </a:p>
          <a:p>
            <a:r>
              <a:rPr lang="en-US" sz="2800" dirty="0"/>
              <a:t>Need for digital solution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1899073"/>
      </p:ext>
    </p:extLst>
  </p:cSld>
  <p:clrMapOvr>
    <a:masterClrMapping/>
  </p:clrMapOvr>
  <p:transition spd="slow">
    <p:comb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295D9-98B4-BE73-9F72-4672A0BDF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35490-4D7D-3EEC-A3E1-9D56199D4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4800" b="1" dirty="0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4C63-ED68-083B-3074-F062DA20A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Digitalize library system</a:t>
            </a:r>
          </a:p>
          <a:p>
            <a:r>
              <a:rPr lang="en-US" sz="2800" dirty="0"/>
              <a:t>Faster book issuing</a:t>
            </a:r>
          </a:p>
          <a:p>
            <a:r>
              <a:rPr lang="en-US" sz="2800" dirty="0"/>
              <a:t>Easy searching</a:t>
            </a:r>
          </a:p>
          <a:p>
            <a:r>
              <a:rPr lang="en-US" sz="2800" dirty="0"/>
              <a:t>Reduce paperwork</a:t>
            </a:r>
          </a:p>
          <a:p>
            <a:r>
              <a:rPr lang="en-US" sz="2800" dirty="0"/>
              <a:t>Admin management panel</a:t>
            </a:r>
          </a:p>
        </p:txBody>
      </p:sp>
    </p:spTree>
    <p:extLst>
      <p:ext uri="{BB962C8B-B14F-4D97-AF65-F5344CB8AC3E}">
        <p14:creationId xmlns:p14="http://schemas.microsoft.com/office/powerpoint/2010/main" val="3939727389"/>
      </p:ext>
    </p:extLst>
  </p:cSld>
  <p:clrMapOvr>
    <a:masterClrMapping/>
  </p:clrMapOvr>
  <p:transition spd="slow">
    <p:comb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57653-8324-14A1-6E79-D3574F5EB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CC62-DE27-BBC1-C58B-9612FA1BD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4800" b="1" dirty="0"/>
              <a:t>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98E4F-76C3-E7EF-ECE0-BFBE7121C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HTML, CSS, JavaScript</a:t>
            </a:r>
          </a:p>
          <a:p>
            <a:r>
              <a:rPr lang="en-US" sz="2800" dirty="0"/>
              <a:t>VS Code</a:t>
            </a:r>
          </a:p>
          <a:p>
            <a:r>
              <a:rPr lang="en-US" sz="2800" dirty="0"/>
              <a:t>GitHub </a:t>
            </a:r>
          </a:p>
        </p:txBody>
      </p:sp>
    </p:spTree>
    <p:extLst>
      <p:ext uri="{BB962C8B-B14F-4D97-AF65-F5344CB8AC3E}">
        <p14:creationId xmlns:p14="http://schemas.microsoft.com/office/powerpoint/2010/main" val="222645174"/>
      </p:ext>
    </p:extLst>
  </p:cSld>
  <p:clrMapOvr>
    <a:masterClrMapping/>
  </p:clrMapOvr>
  <p:transition spd="slow">
    <p:comb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722B1-04D3-9675-0436-9C9CAF939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BB5F-E2ED-464C-4145-D14FBE58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4C844-7C28-6E7B-4832-4B8683418F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Login &amp; Registration</a:t>
            </a:r>
          </a:p>
          <a:p>
            <a:r>
              <a:rPr lang="en-US" sz="2800" dirty="0"/>
              <a:t>Book Search</a:t>
            </a:r>
          </a:p>
          <a:p>
            <a:r>
              <a:rPr lang="en-US" sz="2800" dirty="0"/>
              <a:t>Issue/Return Books</a:t>
            </a:r>
          </a:p>
          <a:p>
            <a:r>
              <a:rPr lang="en-US" sz="2800" dirty="0"/>
              <a:t>Admin Dashboard</a:t>
            </a:r>
          </a:p>
          <a:p>
            <a:r>
              <a:rPr lang="en-US" sz="2800" dirty="0"/>
              <a:t>Manage Records &amp; Reports</a:t>
            </a:r>
          </a:p>
        </p:txBody>
      </p:sp>
    </p:spTree>
    <p:extLst>
      <p:ext uri="{BB962C8B-B14F-4D97-AF65-F5344CB8AC3E}">
        <p14:creationId xmlns:p14="http://schemas.microsoft.com/office/powerpoint/2010/main" val="98689627"/>
      </p:ext>
    </p:extLst>
  </p:cSld>
  <p:clrMapOvr>
    <a:masterClrMapping/>
  </p:clrMapOvr>
  <p:transition spd="slow">
    <p:comb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E78D2-3E56-0B06-91AA-8CAEFFA61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3A451-6C28-25DE-BEA2-88D1FCE94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USER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82A4-ED4A-FE2E-589B-A229A029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Register/Login</a:t>
            </a:r>
          </a:p>
          <a:p>
            <a:r>
              <a:rPr lang="en-US" sz="2800" dirty="0"/>
              <a:t>Search books</a:t>
            </a:r>
          </a:p>
          <a:p>
            <a:r>
              <a:rPr lang="en-US" sz="2800" dirty="0"/>
              <a:t>View availability</a:t>
            </a:r>
          </a:p>
          <a:p>
            <a:r>
              <a:rPr lang="en-US" sz="2800" dirty="0"/>
              <a:t>Request issue</a:t>
            </a:r>
          </a:p>
          <a:p>
            <a:r>
              <a:rPr lang="en-US" sz="2800" dirty="0"/>
              <a:t>View history</a:t>
            </a:r>
          </a:p>
        </p:txBody>
      </p:sp>
    </p:spTree>
    <p:extLst>
      <p:ext uri="{BB962C8B-B14F-4D97-AF65-F5344CB8AC3E}">
        <p14:creationId xmlns:p14="http://schemas.microsoft.com/office/powerpoint/2010/main" val="2587679916"/>
      </p:ext>
    </p:extLst>
  </p:cSld>
  <p:clrMapOvr>
    <a:masterClrMapping/>
  </p:clrMapOvr>
  <p:transition spd="slow">
    <p:comb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3A7A3-059E-034A-34CC-20A061195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D8D21-7E49-8C27-12D4-86058C5FA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ADMIN MODULE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ACE1F-FF2E-542A-D139-84E4B81B2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Add books</a:t>
            </a:r>
          </a:p>
          <a:p>
            <a:r>
              <a:rPr lang="en-US" sz="2800" dirty="0"/>
              <a:t>Manage stock</a:t>
            </a:r>
          </a:p>
          <a:p>
            <a:r>
              <a:rPr lang="en-US" sz="2800" dirty="0"/>
              <a:t>Approve requests</a:t>
            </a:r>
          </a:p>
          <a:p>
            <a:r>
              <a:rPr lang="en-US" sz="2800" dirty="0"/>
              <a:t>Update/Delete records</a:t>
            </a:r>
          </a:p>
        </p:txBody>
      </p:sp>
    </p:spTree>
    <p:extLst>
      <p:ext uri="{BB962C8B-B14F-4D97-AF65-F5344CB8AC3E}">
        <p14:creationId xmlns:p14="http://schemas.microsoft.com/office/powerpoint/2010/main" val="2413988872"/>
      </p:ext>
    </p:extLst>
  </p:cSld>
  <p:clrMapOvr>
    <a:masterClrMapping/>
  </p:clrMapOvr>
  <p:transition spd="slow">
    <p:comb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EF054-1660-E759-60B3-3E6CB3982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B8B23-23E2-C670-C29F-8D0B2508F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40FC7-F7BF-42DF-FF8A-8DB5BC208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UI design issues</a:t>
            </a:r>
          </a:p>
          <a:p>
            <a:r>
              <a:rPr lang="en-US" sz="2800" dirty="0"/>
              <a:t>Database connection errors</a:t>
            </a:r>
          </a:p>
          <a:p>
            <a:r>
              <a:rPr lang="en-US" sz="2800" dirty="0"/>
              <a:t>Team coordination</a:t>
            </a:r>
          </a:p>
          <a:p>
            <a:r>
              <a:rPr lang="en-US" sz="2800" dirty="0"/>
              <a:t>Backend validation</a:t>
            </a:r>
          </a:p>
        </p:txBody>
      </p:sp>
    </p:spTree>
    <p:extLst>
      <p:ext uri="{BB962C8B-B14F-4D97-AF65-F5344CB8AC3E}">
        <p14:creationId xmlns:p14="http://schemas.microsoft.com/office/powerpoint/2010/main" val="207030123"/>
      </p:ext>
    </p:extLst>
  </p:cSld>
  <p:clrMapOvr>
    <a:masterClrMapping/>
  </p:clrMapOvr>
  <p:transition spd="slow">
    <p:comb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B7753-ED0F-D0CE-767B-FA38DD88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87DB2-8110-5ECF-31D9-337C860235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AD3B7-8ADC-2D38-030B-67A5FA240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Clean UI design</a:t>
            </a:r>
          </a:p>
          <a:p>
            <a:r>
              <a:rPr lang="en-US" sz="2800" dirty="0"/>
              <a:t>Optimized queries</a:t>
            </a:r>
          </a:p>
          <a:p>
            <a:r>
              <a:rPr lang="en-US" sz="2800" dirty="0"/>
              <a:t>Distributed responsibilities</a:t>
            </a:r>
          </a:p>
          <a:p>
            <a:r>
              <a:rPr lang="en-US" sz="2800" dirty="0"/>
              <a:t>Improved validation</a:t>
            </a:r>
          </a:p>
        </p:txBody>
      </p:sp>
    </p:spTree>
    <p:extLst>
      <p:ext uri="{BB962C8B-B14F-4D97-AF65-F5344CB8AC3E}">
        <p14:creationId xmlns:p14="http://schemas.microsoft.com/office/powerpoint/2010/main" val="1714975019"/>
      </p:ext>
    </p:extLst>
  </p:cSld>
  <p:clrMapOvr>
    <a:masterClrMapping/>
  </p:clrMapOvr>
  <p:transition spd="slow">
    <p:comb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F8AB5-FE6B-62CB-0184-818D56F35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AB542-6A5C-01EA-1E7B-6510D0EFD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1" y="636384"/>
            <a:ext cx="8297671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B441A6-0433-0909-BCE0-98609A3D1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E-book reading</a:t>
            </a:r>
          </a:p>
          <a:p>
            <a:r>
              <a:rPr lang="en-US" sz="2800" dirty="0"/>
              <a:t>Notifications</a:t>
            </a:r>
          </a:p>
          <a:p>
            <a:r>
              <a:rPr lang="en-US" sz="2800" dirty="0"/>
              <a:t>Barcode scanning</a:t>
            </a:r>
          </a:p>
          <a:p>
            <a:r>
              <a:rPr lang="en-US" sz="2800" dirty="0"/>
              <a:t>Mobile app</a:t>
            </a:r>
          </a:p>
          <a:p>
            <a:r>
              <a:rPr lang="en-US" sz="2800" dirty="0"/>
              <a:t>AI recommendations	</a:t>
            </a:r>
          </a:p>
        </p:txBody>
      </p:sp>
    </p:spTree>
    <p:extLst>
      <p:ext uri="{BB962C8B-B14F-4D97-AF65-F5344CB8AC3E}">
        <p14:creationId xmlns:p14="http://schemas.microsoft.com/office/powerpoint/2010/main" val="770798922"/>
      </p:ext>
    </p:extLst>
  </p:cSld>
  <p:clrMapOvr>
    <a:masterClrMapping/>
  </p:clrMapOvr>
  <p:transition spd="slow">
    <p:comb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78F10-4DCE-7EC6-4525-A4B057207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0AA7-E43E-8795-1012-DAABF52B1E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2109F-8154-7EA8-3092-09B8D54E59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System digitalizes library effectively</a:t>
            </a:r>
          </a:p>
          <a:p>
            <a:r>
              <a:rPr lang="en-US" sz="2800" dirty="0"/>
              <a:t>Saves time &amp; reduces errors</a:t>
            </a:r>
          </a:p>
          <a:p>
            <a:r>
              <a:rPr lang="en-US" sz="2800" dirty="0"/>
              <a:t>Improved accessibility</a:t>
            </a:r>
          </a:p>
        </p:txBody>
      </p:sp>
    </p:spTree>
    <p:extLst>
      <p:ext uri="{BB962C8B-B14F-4D97-AF65-F5344CB8AC3E}">
        <p14:creationId xmlns:p14="http://schemas.microsoft.com/office/powerpoint/2010/main" val="1439847574"/>
      </p:ext>
    </p:extLst>
  </p:cSld>
  <p:clrMapOvr>
    <a:masterClrMapping/>
  </p:clrMapOvr>
  <p:transition spd="slow">
    <p:comb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2C55D-CC52-0DBC-92EA-E14576FB7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2CFD4-8927-5911-6777-D35FDDFF4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9533" y="470687"/>
            <a:ext cx="6992933" cy="1280890"/>
          </a:xfrm>
        </p:spPr>
        <p:txBody>
          <a:bodyPr>
            <a:noAutofit/>
          </a:bodyPr>
          <a:lstStyle/>
          <a:p>
            <a:r>
              <a:rPr lang="en-US" sz="5400" b="1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AC55B-F4FD-25BD-1E8F-27C8A835BD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Algerian" panose="04020705040A02060702" pitchFamily="82" charset="0"/>
              </a:rPr>
              <a:t>Questions…..?</a:t>
            </a:r>
          </a:p>
        </p:txBody>
      </p:sp>
    </p:spTree>
    <p:extLst>
      <p:ext uri="{BB962C8B-B14F-4D97-AF65-F5344CB8AC3E}">
        <p14:creationId xmlns:p14="http://schemas.microsoft.com/office/powerpoint/2010/main" val="18435147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151</TotalTime>
  <Words>198</Words>
  <Application>Microsoft Office PowerPoint</Application>
  <PresentationFormat>Widescreen</PresentationFormat>
  <Paragraphs>61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Agency FB</vt:lpstr>
      <vt:lpstr>Algerian</vt:lpstr>
      <vt:lpstr>Arial</vt:lpstr>
      <vt:lpstr>Calibri</vt:lpstr>
      <vt:lpstr>Century Gothic</vt:lpstr>
      <vt:lpstr>Wingdings 3</vt:lpstr>
      <vt:lpstr>Wisp</vt:lpstr>
      <vt:lpstr>PRESENTED BY:-                    Harsh Yadav                        2401640100512                 Harsh Yadav                        2401640100513                 Harsh Raj Porwal                2401640100504                 Harsh Vijay Singh                2401640100511                 Gauresh Dwivedi                 2401641690019                 Harsh Kumar Yadav            2401640100501</vt:lpstr>
      <vt:lpstr>INTRODUCTION</vt:lpstr>
      <vt:lpstr>PROBLEM STATEMENT</vt:lpstr>
      <vt:lpstr>PROJECT OBJECTIVES</vt:lpstr>
      <vt:lpstr>TECHNOLOGIES USED</vt:lpstr>
      <vt:lpstr>KEY FEATURES</vt:lpstr>
      <vt:lpstr>USER MODULE</vt:lpstr>
      <vt:lpstr>ADMIN MODULE</vt:lpstr>
      <vt:lpstr>CHALLENGES FACED</vt:lpstr>
      <vt:lpstr>SOLUTIONS</vt:lpstr>
      <vt:lpstr>FUTURE ENHANCEMENTS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Vijay Singh</dc:creator>
  <cp:lastModifiedBy>gauresh dwivedi</cp:lastModifiedBy>
  <cp:revision>5</cp:revision>
  <cp:lastPrinted>2025-11-25T16:01:30Z</cp:lastPrinted>
  <dcterms:created xsi:type="dcterms:W3CDTF">2025-11-25T15:26:23Z</dcterms:created>
  <dcterms:modified xsi:type="dcterms:W3CDTF">2025-12-02T15:54:38Z</dcterms:modified>
</cp:coreProperties>
</file>